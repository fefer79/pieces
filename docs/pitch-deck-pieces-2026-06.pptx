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L'infrastructure de confiance de la pièce auto en Côte d'Ivoire. Marketplace + flotte + réseau terrain, pour un marché de ~250 Mds FCFA/an, fragmenté et 100 %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Seed ~1,5 M USD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100 % informel</a:t>
            </a:r>
            <a:r>
              <a:rPr/>
              <a:t> : pas de catalogue, pas de prix affiché, pas de garantie, pas de facture.</a:t>
            </a:r>
          </a:p>
          <a:p>
            <a:pPr lvl="0"/>
            <a:r>
              <a:rPr b="1"/>
              <a:t>Mécanicien</a:t>
            </a:r>
            <a:r>
              <a:rPr/>
              <a:t> : perd 2 à 4 h par pièce à faire le tour des cantines.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30 000 à 50 000 F/jour</a:t>
            </a:r>
            <a:r>
              <a:rPr/>
              <a:t> par véhicule immobilisé.</a:t>
            </a:r>
          </a:p>
          <a:p>
            <a:pPr lvl="0"/>
            <a:r>
              <a:rPr b="1"/>
              <a:t>Vendeur</a:t>
            </a:r>
            <a:r>
              <a:rPr/>
              <a:t> : enfermé dans sa cantine,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propriétaire paie en </a:t>
            </a:r>
            <a:r>
              <a:rPr b="1"/>
              <a:t>escrow Mobile Money</a:t>
            </a:r>
            <a:r>
              <a:rPr/>
              <a:t>, le vendeur livre.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informels, sans smartphone requis.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escrow Mobile Money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(Gemini)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9–12 %, le SOM représente </a:t>
            </a:r>
            <a:r>
              <a:rPr b="1"/>
              <a:t>4–6 Mds FCFA de revenu net annuel</a:t>
            </a:r>
            <a:r>
              <a:rPr/>
              <a:t> (~6–10 M USD).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l'escrow devient possible.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revenu net </a:t>
            </a:r>
            <a:r>
              <a:rPr b="1"/>
              <a:t>2 560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5–10 % côté vendeur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cantines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Réseau Liaison</a:t>
            </a:r>
            <a:r>
              <a:rPr/>
              <a:t>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Escrow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Seed </a:t>
            </a:r>
            <a:r>
              <a:rPr sz="2000" b="1"/>
              <a:t>~1,5 M USD (≈ 900 M FCFA)</a:t>
            </a:r>
            <a:r>
              <a:rPr sz="2000"/>
              <a:t> — 20 à 24 mois de runway. Fourchette 1,2–1,8 M USD. Cohérent avec le marché 2025 (ticket Seed moyen ~1,6 M USD).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Série A 4–7 M USD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2026-06-07T06:34:04Z</dcterms:created>
  <dcterms:modified xsi:type="dcterms:W3CDTF">2026-06-07T06:34:04Z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