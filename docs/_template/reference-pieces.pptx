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ieces">
      <a:dk1>
        <a:sysClr val="windowText" lastClr="000000"/>
      </a:dk1>
      <a:lt1>
        <a:sysClr val="window" lastClr="FFFFFF"/>
      </a:lt1>
      <a:dk2>
        <a:srgbClr val="00113A"/>
      </a:dk2>
      <a:lt2>
        <a:srgbClr val="F5F5F4"/>
      </a:lt2>
      <a:accent1>
        <a:srgbClr val="FF6B00"/>
      </a:accent1>
      <a:accent2>
        <a:srgbClr val="00113A"/>
      </a:accent2>
      <a:accent3>
        <a:srgbClr val="888888"/>
      </a:accent3>
      <a:accent4>
        <a:srgbClr val="1A1A1A"/>
      </a:accent4>
      <a:accent5>
        <a:srgbClr val="FF8A33"/>
      </a:accent5>
      <a:accent6>
        <a:srgbClr val="00204F"/>
      </a:accent6>
      <a:hlink>
        <a:srgbClr val="FF6B00"/>
      </a:hlink>
      <a:folHlink>
        <a:srgbClr val="00113A"/>
      </a:folHlink>
    </a:clrScheme>
    <a:fontScheme name="Office">
      <a:majorFont>
        <a:latin typeface="Gloo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